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oppins Light"/>
      <p:regular r:id="rId16"/>
    </p:embeddedFon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Roboto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Prodway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tools built from workflows discovered inside VC-backed startups.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17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00645"/>
            <a:ext cx="3664744" cy="2765227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535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⏳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Time Drain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025497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Engineers spend hours on proposals, contracts, and vendor forms — not building products.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300645"/>
            <a:ext cx="3664863" cy="2765227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535079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🔁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Repeated Overhead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379827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same operational bottlenecks appear across every engagement, every company.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92685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7119"/>
            <a:ext cx="28766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💸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Expensive Friction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7538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Operational overhead delays revenue, burns consultant hours, and slows startup velocity.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10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Insight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1970008"/>
            <a:ext cx="6571417" cy="5338405"/>
          </a:xfrm>
          <a:prstGeom prst="roundRect">
            <a:avLst>
              <a:gd name="adj" fmla="val 3059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1968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Built From the Inside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2777966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Through high-value engineering engagements with VC-backed startups, we see the same operational workflows failing — repeatedly, across every company.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532" y="2232184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6637" y="2225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Pattern Recognition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36637" y="2806303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same 5–10 workflows appear in nearly every engagement.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3992761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36637" y="3985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Real Signal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336637" y="4566880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Direct access to real problems means zero guesswork in product discovery.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4532" y="5753338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36637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Unfair Advantage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336637" y="632745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build tools we already know the market needs — validated before launch.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10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Solution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1799987"/>
            <a:ext cx="453628" cy="4536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537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AI-Generated SOWs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30275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Produce polished Statements of Work instantly from a Slack prompt.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844052"/>
            <a:ext cx="453628" cy="4536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3790" y="4581168"/>
            <a:ext cx="30079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Contracts &amp; Invoicing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93790" y="50715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 contract generation and invoicing end-to-end.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888117"/>
            <a:ext cx="453628" cy="4536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3790" y="6625233"/>
            <a:ext cx="3617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RFP &amp; Vendor Onboarding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93790" y="71156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Eliminate manual form-filling for vendor onboarding and RFP responses.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29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866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$42K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289929" y="4660463"/>
            <a:ext cx="33872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Since Jan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50882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Engineering engagement billings — all organic, no paid acquisition.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362866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VC-Backed Clients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5150882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engagement is with a funded startup — the exact ICP we're building for.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1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 Opportunity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7105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$30B+ Service Operations Market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599521" y="2557105"/>
            <a:ext cx="4045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Massive, Underserved 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99521" y="3138249"/>
            <a:ext cx="6244709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Millions of consultants, agencies, and engineering teams manage operational workflows around:</a:t>
            </a:r>
            <a:endParaRPr lang="en-US" sz="1750" dirty="0"/>
          </a:p>
          <a:p>
            <a:pPr algn="l" lvl="1" marL="685800" indent="-342900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proposals</a:t>
            </a:r>
            <a:endParaRPr lang="en-US" sz="1750" dirty="0"/>
          </a:p>
          <a:p>
            <a:pPr algn="l" lvl="1" marL="685800" indent="-342900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contracts</a:t>
            </a:r>
            <a:endParaRPr lang="en-US" sz="1750" dirty="0"/>
          </a:p>
          <a:p>
            <a:pPr algn="l" lvl="1" marL="685800" indent="-342900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compliance</a:t>
            </a:r>
            <a:endParaRPr lang="en-US" sz="1750" dirty="0"/>
          </a:p>
          <a:p>
            <a:pPr algn="l" lvl="1" marL="685800" indent="-342900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vendor onboarding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672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These processes remain largely manual.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5853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Prodway AI automates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consulting operational lifecycle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38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Prodway Wins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8624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86244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🔬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Discovery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03395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Engineering engagements generate a constant stream of real workflow problems — each one a product hypothesis proven before a line of code is written.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8624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286244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543538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🔗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Embedded in Daily 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88287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automation lives inside the tools teams already use — Slack, contracts, vendor portals — not a separate app to learn.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8624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286244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543538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🏗️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Proprietary Workflow Data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88287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Direct access to startup operational data creates a moat competitors can't replicate without the same client relationships.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55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Team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54467"/>
            <a:ext cx="7556421" cy="2569488"/>
          </a:xfrm>
          <a:prstGeom prst="roundRect">
            <a:avLst>
              <a:gd name="adj" fmla="val 370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588901"/>
            <a:ext cx="4861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Dale Yarborough — Founder &amp; CEO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079319"/>
            <a:ext cx="7087553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 years building infrastructure and developer tools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Engineer at Whole Foods, Charles Schwab, General Motors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Built Dispute Dojo: serves 5,000+ restaurant locations monthly, recovering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$100K+ per month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Vision &amp; Ask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350895"/>
            <a:ext cx="6571417" cy="2576751"/>
          </a:xfrm>
          <a:prstGeom prst="roundRect">
            <a:avLst>
              <a:gd name="adj" fmla="val 6338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158853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operating system for AI-native service businesses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turning recurring operational workflows into scalable, compounding software products.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Now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cost curves make automation viable at startup scale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$42K in traction with zero product marketing spend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engagement sharpens the product roadmap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Raising a pre-seed round to accelerate products and GTM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2026-03-05T18:36:41Z</dcterms:created>
  <dcterms:modified xsi:type="dcterms:W3CDTF">2026-03-05T18:36:41Z</dcterms:modified>
</cp:coreProperties>
</file>